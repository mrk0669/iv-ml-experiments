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QuickBasket: The Runway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C9D4E6"/>
                </a:solidFill>
                <a:latin typeface="Calibri"/>
              </a:rPr>
              <a:t>A CFO's Plan to Extend Runway and Reach Profitability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329184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5312664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Chief Financial Officer (CFO)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Prepared By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Sanket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QuickBasket — Phase 3: The Runway Challenge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1. Financial Analysis — Current Health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2286000"/>
                <a:gridCol w="5715000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Cash in Bank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1 Crore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Total funds available today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Revenue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20 Lakhs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Money coming in each month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Expenses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32 Lakhs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Money going out each 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Burn Rate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12 Lakhs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Loss per month (Expenses - Revenue)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8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Cash in Bank / Burn Rate = 1 Cr / 12L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Revenue-to-Expense Ratio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62.5%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Company earns Rs 0.625 for every Rs 1 spent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Verdict: The company is not in immediate danger, but it is spending Rs 1.6 for every Rs 1 it earns. Without action, cash runs out in 8 months. The priority is to increase the runway before it becomes a crisis.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2. Extend the Runway — Action Plan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Runway Gained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Cut discount / cashback spend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+2.0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Exit 3-4 loss-making cities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+2.5 months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Renegotiate delivery &amp; vendor rates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+1.0 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Freeze non-critical hiring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+1.0 month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Consolidate warehouses in low-density areas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+1.5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48056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Runway Today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8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Runway After Actions Above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~15-16 Months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448056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Target: double the runway to 15+ months within 2-3 months of action, without needing new investor money right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3. Cost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1714500"/>
                <a:gridCol w="2095500"/>
                <a:gridCol w="457200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Expense Area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Impact on Burn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Discounts &amp; cashback offers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Attracts one-time users, not loyal 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Warehouses in low-order cities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Consolidate / Close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Fixed rent + staff cost with low order volume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Delivery partner payouts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Renegotiate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Volume-based rates can be re-priced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Corporate / head-office overhead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Reduce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Non-essential during a cash crunch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Marketing (brand ads)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Pause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Low return during a cost-cutting phase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Tech &amp; delivery-app infra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Core to service quality, do not cut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4. Revenue Growth — Without Raising Prices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299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8695"/>
                <a:gridCol w="4969565"/>
                <a:gridCol w="298173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Estimated Impact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QuickBasket+ subscription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Free/priority delivery for a monthly fee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+Rs 2-3 Lakhs/month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Ads for brands on the app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Sponsored product placement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+Rs 1-2 Lakhs/month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Bundle offers / combos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Increase average order value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+Rs 1 Lakh/month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Small delivery fee on low-value orders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Covers delivery cost on small baskets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+Rs 1 Lakh/month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B2B supply to small shops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New customer segment, larger order sizes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+Rs 1-2 Lakhs/month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937760"/>
            <a:ext cx="11430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Combined effect: Monthly revenue can move from Rs 20 Lakhs toward Rs 26-29 Lakhs within 6-9 months, without touching product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5. Funding Decision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Raise New Funding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Extra cash buffer for growth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Investors want profit proof first; dilutes ownership; hard to raise now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Focus on Profitability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Keeps control; builds a stronger case for future funding; forces discipline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Slower growth in the short term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alibri"/>
              </a:rPr>
              <a:t>Recommendation: Focus on Profitability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77639"/>
            <a:ext cx="11430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Reason: Investors have already said they will not fund without a clear path to profit. Raising money now, before fixing the burn rate, would mean raising at a weak valuation and still burning cash the same way. Fixing cost and revenue first (Slides 3-5) builds a stronger, higher-valued case to raise later, if it is still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6. Success Metrics — Next 12 Months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12-Month Target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Cash Runway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8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18+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Burn Rate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12 Lakhs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5 Lakhs or lower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Revenue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20 Lakhs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32+ Lakhs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Expenses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32 Lakhs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30 Lakhs or lower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Contribution Margin per 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Cities Operating at Profit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0 of 12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6+ of 12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Summary — 12-Month Roadmap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Actions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0-3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Cut discounts, exit weak cities, freeze hiring, renegotiate vendor rates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3-6 Months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Launch QuickBasket+, add ads revenue, bundle offers, review warehouse footprint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6-12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Reach positive contribution margin, grow B2B orders, evaluate funding need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alibri"/>
              </a:rPr>
              <a:t>Bottom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63440"/>
            <a:ext cx="11430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QuickBasket survives by spending less, earning more per order, and proving it can run profitably in a few cities before growing again. Runway extends from 8 months to 18+ months, and the company enters year two with a real path to profit instead of just more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