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Saving QuickBasket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C9D4E6"/>
                </a:solidFill>
                <a:latin typeface="Calibri"/>
              </a:rPr>
              <a:t>A CFO's Strategy for Survival and Profitability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0" y="3291840"/>
          <a:ext cx="7589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5312664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A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Chief Financial Officer (CFO)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A"/>
                          </a:solidFill>
                          <a:latin typeface="Calibri"/>
                        </a:rPr>
                        <a:t>Prepared By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Sanket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A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A"/>
                          </a:solidFill>
                          <a:latin typeface="Calibri"/>
                        </a:rPr>
                        <a:t>Saving QuickBasket — Leadership Case Study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QUICKBASKET — CFO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alibri"/>
              </a:rPr>
              <a:t>1. Challenges Most Relevant to the CFO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772400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It Is a Finance Problem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Rising Customer Acquisition Cost (+70% in a year)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Every new user now costs far more to acquire, but is not spending more — CAC is outrunning the revenue each user brings in.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Losing money on almost every order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Even with 8 lakh+ users across 12 cities, negative unit economics mean growth is currently making losses bigger, not smaller.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657600"/>
            <a:ext cx="11430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472"/>
                </a:solidFill>
                <a:latin typeface="Calibri"/>
              </a:rPr>
              <a:t>These two issues sit squarely with Finance: they are questions of unit economics and capital efficiency, not just marketing or operations. Everything else in this case (competitor pricing, investor sentiment, expansion limits) flows from these two.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QUICKBASKET — CFO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alibri"/>
              </a:rPr>
              <a:t>2. The 4 Options — A Financial 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1828800"/>
                <a:gridCol w="32004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Effect on Burn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CFO View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1. Double Down on Growth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Increases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Not Recommended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2. Focus on Profitability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Decreases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Recommended (Primary)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3. Pivot to B2B Logistics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Neutral, then improves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Explore in Parallel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4. Hybrid Model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Decreases, slower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Recommended (Secondary)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023360"/>
            <a:ext cx="11430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472"/>
                </a:solidFill>
                <a:latin typeface="Calibri"/>
              </a:rPr>
              <a:t>With 6 months of runway and investors demanding profitability first, Option 1 is ruled out immediately — it burns cash the company does not have. Options 2 and 4 both cut burn; the difference is how much new-revenue-building they attempt while doing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QUICKBASKET — CFO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alibri"/>
              </a:rPr>
              <a:t>3. Recommendation — Profitability First, Hybrid Second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2999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8076"/>
                <a:gridCol w="5275384"/>
                <a:gridCol w="3956538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Reasoning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Step 1 (0-3 months)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Exit loss-making cities, cut discount-driven acquisition, freeze hiring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Stops the bleeding — extends runway immediately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Step 2 (3-9 months)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Add subscription, ads, and B2B revenue on top of the leaner base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Builds new margin without re-inflating burn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Step 3 (9-12 months)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Reassess growth and city expansion only in cities already profitable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Growth resumes on a foundation that can afford 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480560"/>
            <a:ext cx="11430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472"/>
                </a:solidFill>
                <a:latin typeface="Calibri"/>
              </a:rPr>
              <a:t>This is Option 2 executed first, with Option 4's revenue diversification layered in once burn is under control — not both at once. Sequencing avoids running two hard changes at the same time on a 6-month cash cushion.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QUICKBASKET — CFO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alibri"/>
              </a:rPr>
              <a:t>4. Role of the Finance Department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772400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Finance Function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Does For Survival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Cash &amp; Runway Management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Weekly cash-flow tracking; flag any month that breaks the recovery plan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Unit Economics Ownership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Track contribution margin per order, per city — decide what stays open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Cost Governance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Approve/reject spend against the cost-cutting plan, city by city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Investor &amp; Board Reporting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Show a credible, numbers-backed path to profitability every month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Fundraising Readiness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Keep the company fundable later, even while not actively raising now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QUICKBASKET — CFO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alibri"/>
              </a:rPr>
              <a:t>5. Assumptions &amp; Financial Estimates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94360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Cash in Bank (approx.)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1 Crore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Monthly Revenue (approx.)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20 Lakhs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Monthly Expenses (approx.)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32 Lakhs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Current Runway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~8 Months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Discount-only user share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Assumed 30-40% of active users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206240"/>
            <a:ext cx="11430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472"/>
                </a:solidFill>
                <a:latin typeface="Calibri"/>
              </a:rPr>
              <a:t>Customer insight: a large share of users only transact during discount campaigns and churn afterward. This group is expensive to keep acquiring and rarely reaches positive lifetime value — it is the main driver of the CAC and burn problem above.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QUICKBASKET — CFO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alibri"/>
              </a:rPr>
              <a:t>6. Key Metrics Finance Will Track (12 Months)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12-Month Target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Cash Runway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8 Months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18+ Months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Monthly Burn Rate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12 Lakhs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Rs 5 Lakhs or lower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CAC (Customer Acquisition Cost)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Up 70% YoY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Down 30% from today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LTV : CAC Ratio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Below 1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Above 3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Contribution Margin per Order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Cities Operating at Profit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0 of 12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6+ of 12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QUICKBASKET — CFO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0"/>
            <a:ext cx="731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C9D4E6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447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7F5B"/>
                </a:solidFill>
                <a:latin typeface="Calibri"/>
              </a:rPr>
              <a:t>Bottom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11430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472"/>
                </a:solidFill>
                <a:latin typeface="Calibri"/>
              </a:rPr>
              <a:t>QuickBasket survives by choosing Profitability First (Option 2), then adding new revenue lines from the Hybrid Model (Option 4) once burn is controlled. Growth resumes later, on a base that can actually afford it.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566160"/>
          <a:ext cx="11430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22960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solidFill>
                      <a:srgbClr val="0B24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Primary Path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Focus on Profitability (Option 2)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Secondary Layer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Hybrid revenue streams (Option 4) added after Step 1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Ruled 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Aggressive growth (Option 1) — not affordable on 6-month runway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22A"/>
                          </a:solidFill>
                          <a:latin typeface="Calibri"/>
                        </a:rPr>
                        <a:t>Finance's Job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A"/>
                          </a:solidFill>
                          <a:latin typeface="Calibri"/>
                        </a:rPr>
                        <a:t>Protect runway, own unit economics, report progress monthly</a:t>
                      </a:r>
                    </a:p>
                  </a:txBody>
                  <a:tcPr marL="73152" marR="73152" marT="36576" marB="36576"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